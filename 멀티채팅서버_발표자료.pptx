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TECH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457200" cy="45720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단톡방 500명, 어떻게 받아내나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Rust + Tokio로 풀어보는 동시성 처리, 코드로 해부하기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822960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46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7C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접속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3246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7C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실패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3246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7C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 / sec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3246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7C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4.67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2084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 안에 완료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멀티채팅 서버 · Rust 1.75+ · Tokio 1.x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/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500명이 동시에 떠들면 무엇이 무너지는가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36576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순진하게 짜면, 메모리·스케줄러·동시성 버그라는 세 절벽을 만난다.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06040" cy="246888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26060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메모리 폭발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1 GB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스레드당 스택 ~2 MB.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500명 × 2 MB = 약 1 GB.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채팅방 하나로는 너무 큰 비용.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920240"/>
            <a:ext cx="2606040" cy="246888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920240"/>
            <a:ext cx="2606040" cy="73152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컨텍스트 스위칭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500↔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74720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스케줄러가 500개 스레드 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실행할 것을 끊임없이 골라야 함.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무효화 + 지연 누적.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606040" cy="246888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920240"/>
            <a:ext cx="2606040" cy="73152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C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동시성 버그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교착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63640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자원에 락을 잘못 걸면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 태스크가 서로를 기다리며 정지.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재현·디버깅 모두 어렵다.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/ WHY 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스레드가 아니라 Tokio 비동기 태스크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36576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0233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THREAD-PER-CONNECTION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전통적 방식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클라이언트 = 1 OS 스레드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스택 크기  ~ 2 MB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500명 = ≈ 1 GB 메모리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잦은 컨텍스트 스위칭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788920"/>
            <a:ext cx="548640" cy="548640"/>
          </a:xfrm>
          <a:prstGeom prst="ellipse">
            <a:avLst/>
          </a:prstGeom>
          <a:solidFill>
            <a:srgbClr val="1A1B26"/>
          </a:solidFill>
          <a:ln w="12700">
            <a:solidFill>
              <a:srgbClr val="1A1B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23360" cy="3108960"/>
          </a:xfrm>
          <a:prstGeom prst="rect">
            <a:avLst/>
          </a:prstGeom>
          <a:solidFill>
            <a:srgbClr val="1A1B26"/>
          </a:solidFill>
          <a:ln w="12700">
            <a:solidFill>
              <a:srgbClr val="1A1B2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463040"/>
            <a:ext cx="40233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TOKIO ASYNC TASK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 프로젝트의 선택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클라이언트 = 1 async task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스택 크기  ~ 수 KB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500명 = 수 MB 메모리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워커는 CPU 코어 수만큼만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같은 일을 ~ 99 % 적은 메모리로 처리한다.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/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전체 구조 — 한 번에 보기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36576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8229600" cy="31089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SERVER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659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2171700"/>
            <a:ext cx="548640" cy="0"/>
          </a:xfrm>
          <a:prstGeom prst="line">
            <a:avLst/>
          </a:prstGeom>
          <a:noFill/>
          <a:ln w="1270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246888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68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2674620"/>
            <a:ext cx="548640" cy="0"/>
          </a:xfrm>
          <a:prstGeom prst="line">
            <a:avLst/>
          </a:prstGeom>
          <a:noFill/>
          <a:ln w="1270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297180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71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83080" y="3177540"/>
            <a:ext cx="548640" cy="0"/>
          </a:xfrm>
          <a:prstGeom prst="line">
            <a:avLst/>
          </a:prstGeom>
          <a:noFill/>
          <a:ln w="1270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" y="347472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74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...500명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83080" y="3680460"/>
            <a:ext cx="548640" cy="0"/>
          </a:xfrm>
          <a:prstGeom prst="line">
            <a:avLst/>
          </a:prstGeom>
          <a:noFill/>
          <a:ln w="1270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423160" y="2606040"/>
            <a:ext cx="1508760" cy="777240"/>
          </a:xfrm>
          <a:prstGeom prst="rect">
            <a:avLst/>
          </a:prstGeom>
          <a:solidFill>
            <a:srgbClr val="1A1B26"/>
          </a:solidFill>
          <a:ln w="12700">
            <a:solidFill>
              <a:srgbClr val="1A1B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26060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TcpListener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0.0.0.0:8080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23160" y="34290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accept() loop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77640" y="2971800"/>
            <a:ext cx="411480" cy="0"/>
          </a:xfrm>
          <a:prstGeom prst="line">
            <a:avLst/>
          </a:prstGeom>
          <a:noFill/>
          <a:ln w="25400">
            <a:solidFill>
              <a:srgbClr val="E37933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840480" y="26974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7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237744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handle_client()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056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into_split()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971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   |   writer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2834640"/>
            <a:ext cx="365760" cy="0"/>
          </a:xfrm>
          <a:prstGeom prst="line">
            <a:avLst/>
          </a:prstGeom>
          <a:noFill/>
          <a:ln w="2540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09360" y="3200400"/>
            <a:ext cx="3657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6720840" y="2331720"/>
            <a:ext cx="178308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2377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262432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::channel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2898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7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10,000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20840" y="32004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→ 모든 구독자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공유 상태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2024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Arc&lt;RwLock&lt;HashMap&gt;&gt;  ·  Arc&lt;AtomicUsize&gt; ×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단일 Listener · 연결마다 가벼운 task · 단일 broadcast 로 fan-out.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/ WEAPON #1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경량 Async Task — tokio::spawn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36576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12064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00200"/>
            <a:ext cx="4791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#[tokio::main]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fn main()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listener = TcpListener::bind("0.0.0.0:8080").await?;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(tx, _rx) = broadcast::channel::&lt;Message&gt;(10_000);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tx = Arc::new(tx);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loop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 (socket, addr) = listener.accept().await?;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 rx = tx.subscribe();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▶ OS 스레드 X — 비동기 task 1개를 띄울 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tokio::spawn(async move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handle_client(socket, addr, tx, rx, ...).await;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아이디어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1737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연결당 OS 스레드가 아니라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비동기 task 1개를 띄운다.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606040"/>
            <a:ext cx="2926080" cy="5943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651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C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 수 KB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26517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1개의 비용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3319272"/>
            <a:ext cx="2926080" cy="5943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3649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C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 코어수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336499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워커 스레드 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4032504"/>
            <a:ext cx="2926080" cy="5943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407822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C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 : 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4078224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스케줄링 모델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/ WEAPON #2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Zero-Copy Broadcast — 한 번 만들고 모두에게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36576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08760"/>
            <a:ext cx="79004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단일 Sender, 다중 Receiver — 채널 용량 10,000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(tx, _rx) = broadcast::channel::&lt;Message&gt;(10_000);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클라이언트마다 subscribe() 로 Receiver 발급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rx = tx.subscribe();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메시지 본체는 Arc 공유 — 500명이 받아도 본문은 1회만 복사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tx.send(Message { from: nick, addr, body, timestamp });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554480" cy="914400"/>
          </a:xfrm>
          <a:prstGeom prst="rect">
            <a:avLst/>
          </a:prstGeom>
          <a:solidFill>
            <a:srgbClr val="1A1B26"/>
          </a:solidFill>
          <a:ln w="12700">
            <a:solidFill>
              <a:srgbClr val="1A1B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7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"안녕"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3703320"/>
            <a:ext cx="502920" cy="0"/>
          </a:xfrm>
          <a:prstGeom prst="line">
            <a:avLst/>
          </a:prstGeom>
          <a:noFill/>
          <a:ln w="25400">
            <a:solidFill>
              <a:srgbClr val="E3793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103120" y="341071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37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97480" y="3246120"/>
            <a:ext cx="2011680" cy="914400"/>
          </a:xfrm>
          <a:prstGeom prst="rect">
            <a:avLst/>
          </a:prstGeom>
          <a:solidFill>
            <a:srgbClr val="F7F8FB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broadcast::channel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Arc&lt;RingBuffer&gt;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9748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1회만 복사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703320"/>
            <a:ext cx="1554480" cy="-475488"/>
          </a:xfrm>
          <a:prstGeom prst="line">
            <a:avLst/>
          </a:prstGeom>
          <a:noFill/>
          <a:ln w="1270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55080" y="3063240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063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703320"/>
            <a:ext cx="1554480" cy="-155448"/>
          </a:xfrm>
          <a:prstGeom prst="line">
            <a:avLst/>
          </a:prstGeom>
          <a:noFill/>
          <a:ln w="1270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3383280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383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703320"/>
            <a:ext cx="1554480" cy="164592"/>
          </a:xfrm>
          <a:prstGeom prst="line">
            <a:avLst/>
          </a:prstGeom>
          <a:noFill/>
          <a:ln w="1270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55080" y="3703320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703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1554480" cy="484632"/>
          </a:xfrm>
          <a:prstGeom prst="line">
            <a:avLst/>
          </a:prstGeom>
          <a:noFill/>
          <a:ln w="1270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55080" y="4023360"/>
            <a:ext cx="1280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023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...499명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 → msg.addr == self → skip   (echo 차단)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/ WEAPON #3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공유 상태 — RwLock과 Atomic을 용도별로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36576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023360" cy="73152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C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MAP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Arc&lt;RwLock&lt;HashMap&gt;&gt;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36576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514600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ClientMap = Arc&lt;RwLock&lt;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HashMap&lt;SocketAddr, String&gt;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입·퇴장에서만 쓰기 → 다중 읽기 허용이 자연스럽다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Mutex보다 RwLock이 적합한 전형적 패턴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23360" cy="3108960"/>
          </a:xfrm>
          <a:prstGeom prst="rect">
            <a:avLst/>
          </a:prstGeom>
          <a:solidFill>
            <a:srgbClr val="1A1B26"/>
          </a:solidFill>
          <a:ln w="12700">
            <a:solidFill>
              <a:srgbClr val="1A1B2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463040"/>
            <a:ext cx="40233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COUNTERS  ·  LOCK-FREE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Arc&lt;AtomicUsize&gt;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36576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2514600"/>
            <a:ext cx="3328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SENT: AtomicUsize = AtomicUsize::new(0);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SENT.fetch_add(1, Ordering::Relaxed);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락 없는 단순 증감 → 카운터가 병목이 되지 않음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 순서면 충분 (단순 통계용)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/ WEAPON #4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Deadlock을 타입으로 차단 — into_split()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36576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task에서 같은 소켓의 읽기와 쓰기를 동시에 다루면, 자기 자신을 기다리며 멈춘다.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20240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(reader, mut writer) = socket.into_split();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│                       └── 쓰기 전용 → write_task 로 owner 이전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└── 읽기 전용 → 현재 task 에서 사용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554480" cy="12801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TcpStream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(소켓)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7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into_split() 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40280" y="3611880"/>
            <a:ext cx="457200" cy="0"/>
          </a:xfrm>
          <a:prstGeom prst="line">
            <a:avLst/>
          </a:prstGeom>
          <a:noFill/>
          <a:ln w="25400">
            <a:solidFill>
              <a:srgbClr val="E379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43200" y="2971800"/>
            <a:ext cx="27432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5B7C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7C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READER  (read half)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buf_reader.read_line(...)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tx.send(msg)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task 에서 사용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971800"/>
            <a:ext cx="2743200" cy="1280160"/>
          </a:xfrm>
          <a:prstGeom prst="rect">
            <a:avLst/>
          </a:prstGeom>
          <a:solidFill>
            <a:srgbClr val="1A1B26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WRITER  (write half)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rx.recv() → write_all(...)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msg.addr == self skip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write_task 로 owner 이전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둘이 서로를 모르는 단방향 흐름 → 자기 자신을 기다릴 길이 애초에 없다.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/ LIFECYCLE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메시지가 흐르는 길 — 입력에서 전파까지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36576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06040" cy="118872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A 입력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1214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 → BufReader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606040" cy="118872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783080"/>
            <a:ext cx="502920" cy="502920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3360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수신 루프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21214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read_line → Message 포장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2606040" cy="118872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783080"/>
            <a:ext cx="502920" cy="502920"/>
          </a:xfrm>
          <a:prstGeom prst="ellipse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1755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tx.send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21214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1회 복사로 채널 진입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2606040" cy="118872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538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구독자 전원에게 fan-out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971800"/>
            <a:ext cx="2606040" cy="118872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20040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02336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각 writer rx.recv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23360" y="3538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 메시지면 skip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06040" cy="118872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0040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228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TCP 전송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12280" y="3538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클라이언트 화면 갱신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"한 번 만들고, Arc로 모두에게" — 메시지 본문은 평생 1번만 복사된다.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/ BENCHMARK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500명, 진짜 견뎠나 — 실측 결과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36576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977640" cy="12801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91440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500/500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연결 성공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재시도 포함 단 1건도 실패 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463040"/>
            <a:ext cx="3977640" cy="12801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463040"/>
            <a:ext cx="91440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00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9204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연결 실패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+ 백오프 효과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977640" cy="12801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91440" cy="128016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017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535.6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C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msg / sec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4.67 초 동안 안정 유지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880360"/>
            <a:ext cx="3977640" cy="12801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880360"/>
            <a:ext cx="91440" cy="1280160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17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4.67 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8920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총 소요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지연 + 메시지 전파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4074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— 수신율 7.1 %는 서버 한계가 아니라 stress_test의 3초 타임아웃 때문. 연결 유지 시 ≈ 100 %.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/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결과를 만든 4가지 설계 결정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36576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5B7C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60020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경량 Async Task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스레드(2 MB) 대신 async task(수 KB).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~ 99 % 절감.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46304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55448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76072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Zero-Copy Broadcast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기반 링 버퍼 채널.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수신자 500명도 본체 1회 복사.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632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600200" y="3136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Lock-Free Atomic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fetch_add(Relaxed)로 통계 집계.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락 경합 없는 카운터.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97180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0632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760720" y="3136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Type-Safe I/O Split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6072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into_split()으로 reader/writer 분리.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구조적으로 deadlock 차단.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 넷이 따로 일하지 않고 함께 동작했다는 점이 핵심이다.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457200" cy="45720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동시성은 코드보다 설계로 푸는 게 낫다.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타입과 구조로 막을 수 있는 문제는, 디버거로 잡지 않는 편이 안전하다.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606040" cy="1280160"/>
          </a:xfrm>
          <a:prstGeom prst="rect">
            <a:avLst/>
          </a:prstGeom>
          <a:solidFill>
            <a:srgbClr val="23243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73152" cy="1280160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Rust + Tokio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500명 동시 접속을 수 MB로 처리.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926080"/>
            <a:ext cx="2606040" cy="1280160"/>
          </a:xfrm>
          <a:prstGeom prst="rect">
            <a:avLst/>
          </a:prstGeom>
          <a:solidFill>
            <a:srgbClr val="23243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926080"/>
            <a:ext cx="73152" cy="1280160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만든 메시지를 모두에게.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926080"/>
            <a:ext cx="2606040" cy="1280160"/>
          </a:xfrm>
          <a:prstGeom prst="rect">
            <a:avLst/>
          </a:prstGeom>
          <a:solidFill>
            <a:srgbClr val="23243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926080"/>
            <a:ext cx="73152" cy="1280160"/>
          </a:xfrm>
          <a:prstGeom prst="rect">
            <a:avLst/>
          </a:prstGeom>
          <a:solidFill>
            <a:srgbClr val="E37933"/>
          </a:solidFill>
          <a:ln w="12700">
            <a:solidFill>
              <a:srgbClr val="E379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into_split()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Deadlock을 코드가 아닌 타입에 맡긴다.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804672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연결 500명  ·  실패 0건  ·  처리량 535 msg/s  ·  소요 시간 4.67 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E379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 멀티채팅 서버 발표</dc:title>
  <dc:subject>PptxGenJS Presentation</dc:subject>
  <dc:creator>Multi-chat Project</dc:creator>
  <cp:lastModifiedBy>Multi-chat Project</cp:lastModifiedBy>
  <cp:revision>1</cp:revision>
  <dcterms:created xsi:type="dcterms:W3CDTF">2026-05-06T10:09:48Z</dcterms:created>
  <dcterms:modified xsi:type="dcterms:W3CDTF">2026-05-06T10:09:48Z</dcterms:modified>
</cp:coreProperties>
</file>