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E77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TECH PROJECT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로 구현하는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 채팅 서버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Tokio 비동기 런타임 · Broadcast 채널 · Arc/RwLock 동시성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931920"/>
            <a:ext cx="1097280" cy="0"/>
          </a:xfrm>
          <a:prstGeom prst="line">
            <a:avLst/>
          </a:prstGeom>
          <a:noFill/>
          <a:ln w="38100">
            <a:solidFill>
              <a:srgbClr val="CE42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069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발표자 ·  전영환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389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Tech Project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 목차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02920" cy="502920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3990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709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기반 멀티 클라이언트 채팅 서버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502920" cy="502920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94960" y="13990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 &amp; 아키텍처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94960" y="1709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Tokio 비동기 런타임과 broadcast 채널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502920" cy="502920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450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 상태 설계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27614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ClientMap · Message 구조체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68880"/>
            <a:ext cx="502920" cy="502920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94960" y="2450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진입점 main()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94960" y="27614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리스너, 채널, 태스크 스폰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20440"/>
            <a:ext cx="502920" cy="502920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5021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 핸들러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3813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 → 송신 태스크 → 수신 루프 → 퇴장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520440"/>
            <a:ext cx="502920" cy="502920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35021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동시성 패턴 정리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94960" y="3813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· RwLock · broadcast 핵심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멀티 채팅 서버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114800" cy="31089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73152" cy="3108960"/>
          </a:xfrm>
          <a:prstGeom prst="rect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 만들었나?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클라이언트가 동시에 접속하여 실시간으로 메시지를 주고받는 TCP 기반 채팅 서버. 단일 서버 인스턴스가 N개의 동시 연결을 다루며, 한 사람이 보낸 메시지는 자신을 제외한 모든 접속자에게 즉시 브로드캐스트된다.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417320"/>
            <a:ext cx="38404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83480" y="1554480"/>
            <a:ext cx="365760" cy="365760"/>
          </a:xfrm>
          <a:prstGeom prst="ellipse">
            <a:avLst/>
          </a:prstGeom>
          <a:solidFill>
            <a:srgbClr val="029191"/>
          </a:solidFill>
          <a:ln w="12700">
            <a:solidFill>
              <a:srgbClr val="0291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40680" y="14904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 다중 접속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40680" y="17465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클라이언트마다 독립 task 스폰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2194560"/>
            <a:ext cx="38404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83480" y="2331720"/>
            <a:ext cx="365760" cy="365760"/>
          </a:xfrm>
          <a:prstGeom prst="ellipse">
            <a:avLst/>
          </a:prstGeom>
          <a:solidFill>
            <a:srgbClr val="029191"/>
          </a:solidFill>
          <a:ln w="12700">
            <a:solidFill>
              <a:srgbClr val="02919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40680" y="22677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브로드캐스트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40680" y="25237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tokio::broadcast 채널 활용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2971800"/>
            <a:ext cx="38404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83480" y="3108960"/>
            <a:ext cx="365760" cy="365760"/>
          </a:xfrm>
          <a:prstGeom prst="ellipse">
            <a:avLst/>
          </a:prstGeom>
          <a:solidFill>
            <a:srgbClr val="029191"/>
          </a:solidFill>
          <a:ln w="12700">
            <a:solidFill>
              <a:srgbClr val="02919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40680" y="30449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입·퇴장 알림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40680" y="33009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닉네임 기반 시스템 메시지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3749040"/>
            <a:ext cx="384048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83480" y="3886200"/>
            <a:ext cx="365760" cy="365760"/>
          </a:xfrm>
          <a:prstGeom prst="ellipse">
            <a:avLst/>
          </a:prstGeom>
          <a:solidFill>
            <a:srgbClr val="029191"/>
          </a:solidFill>
          <a:ln w="12700">
            <a:solidFill>
              <a:srgbClr val="02919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40680" y="3822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 카운터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40782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접속자 / 메시지 수 atomic 추적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멀티 채팅 서버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TECH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스택 &amp; 시스템 아키텍처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920240" cy="777240"/>
          </a:xfrm>
          <a:prstGeom prst="rect">
            <a:avLst/>
          </a:prstGeom>
          <a:solidFill>
            <a:srgbClr val="1F1F2E"/>
          </a:solidFill>
          <a:ln w="12700">
            <a:solidFill>
              <a:srgbClr val="1F1F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399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7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2021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737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안전한 시스템 언어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1325880"/>
            <a:ext cx="1920240" cy="777240"/>
          </a:xfrm>
          <a:prstGeom prst="rect">
            <a:avLst/>
          </a:prstGeom>
          <a:solidFill>
            <a:srgbClr val="1F1F2E"/>
          </a:solidFill>
          <a:ln w="12700">
            <a:solidFill>
              <a:srgbClr val="1F1F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70048" y="1399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7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Tokio 1.x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70048" y="1737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비동기 런타임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1920240" cy="777240"/>
          </a:xfrm>
          <a:prstGeom prst="rect">
            <a:avLst/>
          </a:prstGeom>
          <a:solidFill>
            <a:srgbClr val="1F1F2E"/>
          </a:solidFill>
          <a:ln w="12700">
            <a:solidFill>
              <a:srgbClr val="1F1F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399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7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73168" y="1737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다대다 메시지 채널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1325880"/>
            <a:ext cx="1920240" cy="777240"/>
          </a:xfrm>
          <a:prstGeom prst="rect">
            <a:avLst/>
          </a:prstGeom>
          <a:solidFill>
            <a:srgbClr val="1F1F2E"/>
          </a:solidFill>
          <a:ln w="12700">
            <a:solidFill>
              <a:srgbClr val="1F1F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76288" y="13990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7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RwLock / Arc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76288" y="1737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 상태 관리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46888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029191"/>
          </a:solidFill>
          <a:ln w="12700">
            <a:solidFill>
              <a:srgbClr val="0291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468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10896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029191"/>
          </a:solidFill>
          <a:ln w="12700">
            <a:solidFill>
              <a:srgbClr val="02919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108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029191"/>
          </a:solidFill>
          <a:ln w="12700">
            <a:solidFill>
              <a:srgbClr val="02919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749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331720" y="2697480"/>
            <a:ext cx="1234440" cy="137160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331720" y="3337560"/>
            <a:ext cx="1234440" cy="9144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331720" y="3977640"/>
            <a:ext cx="1234440" cy="-118872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611880" y="2606040"/>
            <a:ext cx="1920240" cy="1691640"/>
          </a:xfrm>
          <a:prstGeom prst="rect">
            <a:avLst/>
          </a:prstGeom>
          <a:solidFill>
            <a:srgbClr val="1F1F2E"/>
          </a:solidFill>
          <a:ln w="25400">
            <a:solidFill>
              <a:srgbClr val="CE42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11880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7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Server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11880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0.0.0.0 : 8080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11880" y="3383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broadcast::channel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11880" y="3657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HashMap&lt;addr, nick&gt;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1188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tokio::spawn × 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58000" y="246888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029191"/>
          </a:solidFill>
          <a:ln w="12700">
            <a:solidFill>
              <a:srgbClr val="02919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24688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58000" y="310896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029191"/>
          </a:solidFill>
          <a:ln w="12700">
            <a:solidFill>
              <a:srgbClr val="02919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31089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58000" y="374904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029191"/>
          </a:solidFill>
          <a:ln w="12700">
            <a:solidFill>
              <a:srgbClr val="02919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3749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F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77840" y="3383280"/>
            <a:ext cx="1234440" cy="-685800"/>
          </a:xfrm>
          <a:prstGeom prst="line">
            <a:avLst/>
          </a:prstGeom>
          <a:noFill/>
          <a:ln w="15875">
            <a:solidFill>
              <a:srgbClr val="CE422B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577840" y="3383280"/>
            <a:ext cx="1234440" cy="-45720"/>
          </a:xfrm>
          <a:prstGeom prst="line">
            <a:avLst/>
          </a:prstGeom>
          <a:noFill/>
          <a:ln w="15875">
            <a:solidFill>
              <a:srgbClr val="CE422B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577840" y="3383280"/>
            <a:ext cx="1234440" cy="594360"/>
          </a:xfrm>
          <a:prstGeom prst="line">
            <a:avLst/>
          </a:prstGeom>
          <a:noFill/>
          <a:ln w="15875">
            <a:solidFill>
              <a:srgbClr val="CE422B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2331720" y="44348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recv (TCP read)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77840" y="44348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(write)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멀티 채팅 서버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SHARED STATE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 상태 설계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937760" cy="292608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2926080"/>
          </a:xfrm>
          <a:prstGeom prst="rect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463040"/>
            <a:ext cx="468172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모든 클라이언트가 공유하는 상태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</a:t>
            </a:r>
            <a:pPr indent="0" marL="0">
              <a:buNone/>
            </a:pPr>
            <a:r>
              <a:rPr lang="en-US" sz="12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ClientMap</a:t>
            </a:r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2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</a:t>
            </a:r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2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RwLock</a:t>
            </a:r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2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HashMap</a:t>
            </a:r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indent="0" marL="0">
              <a:buNone/>
            </a:pPr>
            <a:r>
              <a:rPr lang="en-US" sz="12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SocketAddr</a:t>
            </a:r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&gt;&gt;;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#[derive(Clone, Debug)]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</a:t>
            </a:r>
            <a:pPr indent="0" marL="0">
              <a:buNone/>
            </a:pPr>
            <a:r>
              <a:rPr lang="en-US" sz="12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from: </a:t>
            </a:r>
            <a:pPr indent="0" marL="0">
              <a:buNone/>
            </a:pPr>
            <a:r>
              <a:rPr lang="en-US" sz="12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addr: </a:t>
            </a:r>
            <a:pPr indent="0" marL="0">
              <a:buNone/>
            </a:pPr>
            <a:r>
              <a:rPr lang="en-US" sz="12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SocketAddr</a:t>
            </a:r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body: </a:t>
            </a:r>
            <a:pPr indent="0" marL="0">
              <a:buNone/>
            </a:pPr>
            <a:r>
              <a:rPr lang="en-US" sz="12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timestamp: </a:t>
            </a:r>
            <a:pPr indent="0" marL="0">
              <a:buNone/>
            </a:pPr>
            <a:r>
              <a:rPr lang="en-US" sz="12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577840" y="1371600"/>
            <a:ext cx="3108960" cy="91440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371600"/>
            <a:ext cx="54864" cy="914400"/>
          </a:xfrm>
          <a:prstGeom prst="rect">
            <a:avLst/>
          </a:prstGeom>
          <a:solidFill>
            <a:srgbClr val="029191"/>
          </a:solidFill>
          <a:ln w="12700">
            <a:solidFill>
              <a:srgbClr val="0291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0" y="14447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ClientMap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15000" y="171907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Arc&lt;RwLock&lt;HashMap&lt;...&gt;&gt;&gt; 으로 감싸 다중 태스크가 안전하게 접속자 목록을 읽고 쓴다.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577840" y="2377440"/>
            <a:ext cx="3108960" cy="91440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77840" y="2377440"/>
            <a:ext cx="54864" cy="914400"/>
          </a:xfrm>
          <a:prstGeom prst="rect">
            <a:avLst/>
          </a:prstGeom>
          <a:solidFill>
            <a:srgbClr val="029191"/>
          </a:solidFill>
          <a:ln w="12700">
            <a:solidFill>
              <a:srgbClr val="02919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24505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구조체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15000" y="27249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발신자 닉네임, 소켓 주소, 본문, 타임스탬프를 묶어 broadcast 채널을 통해 전달.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577840" y="3383280"/>
            <a:ext cx="3108960" cy="91440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77840" y="3383280"/>
            <a:ext cx="54864" cy="914400"/>
          </a:xfrm>
          <a:prstGeom prst="rect">
            <a:avLst/>
          </a:prstGeom>
          <a:solidFill>
            <a:srgbClr val="029191"/>
          </a:solidFill>
          <a:ln w="12700">
            <a:solidFill>
              <a:srgbClr val="0291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0" y="34564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 필드 활용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15000" y="373075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메시지에 포함된 발신자 주소로 자기 자신에게 echo 되는 것을 필터링.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멀티 채팅 서버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ENTRY POINT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진입점 — main()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32918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3291840"/>
          </a:xfrm>
          <a:prstGeom prst="rect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463040"/>
            <a:ext cx="486460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#[tokio::main]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</a:t>
            </a:r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 </a:t>
            </a:r>
            <a:pPr indent="0" marL="0">
              <a:buNone/>
            </a:pPr>
            <a:r>
              <a:rPr lang="en-US" sz="11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listener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TcpListener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::bind(</a:t>
            </a:r>
            <a:pPr indent="0" marL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"0.0.0.0:8080"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).await.expect(...);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모든 클라이언트에게 메시지 전송 (용량 10,000)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(tx, _rx)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broadcast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::channel::&lt;</a:t>
            </a:r>
            <a:pPr indent="0" marL="0">
              <a:buNone/>
            </a:pPr>
            <a:r>
              <a:rPr lang="en-US" sz="11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</a:t>
            </a:r>
            <a:pPr indent="0" marL="0">
              <a:buNone/>
            </a:pPr>
            <a:r>
              <a:rPr lang="en-US" sz="11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10_000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::new(tx);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접속 중인 클라이언트 목록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clients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1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ClientMap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::new(</a:t>
            </a:r>
            <a:pPr indent="0" marL="0">
              <a:buNone/>
            </a:pPr>
            <a:r>
              <a:rPr lang="en-US" sz="11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RwLock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::new(</a:t>
            </a:r>
            <a:pPr indent="0" marL="0">
              <a:buNone/>
            </a:pPr>
            <a:r>
              <a:rPr lang="en-US" sz="11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HashMap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::new()));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let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(socket, addr)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listener.accept().await?;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tokio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::spawn(</a:t>
            </a:r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</a:t>
            </a:r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1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handle_client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(socket, addr, ...).await;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});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760720" y="13716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E42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#[tokio::main]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0" y="16642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동기 main을 비동기 런타임으로 부트스트랩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21945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E42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broadcast::channel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0" y="24871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용량 10,000의 다대다 메시지 채널 생성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0" y="3017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E42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Arc::new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0" y="33101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태스크가 채널/맵을 공유하기 위한 참조 카운트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60720" y="38404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E42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 loop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60720" y="41330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연결마다 tokio::spawn 으로 독립 태스크 시작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멀티 채팅 서버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HANDLER · JOIN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 핸들러 ① 등록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32918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3291840"/>
          </a:xfrm>
          <a:prstGeom prst="rect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463040"/>
            <a:ext cx="486460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(reader, </a:t>
            </a:r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writer)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socket.into_split();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</a:t>
            </a:r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buf_reader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BufReader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::new(reader);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첫 줄을 닉네임으로 수신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</a:t>
            </a:r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nick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::new();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buf_reader.read_line(&amp;</a:t>
            </a:r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nick).await?;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nick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nick.trim().to_string();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클라이언트 등록 (쓰기 락)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</a:t>
            </a:r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clients.write().await;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map.insert(addr, nick.clone());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connected.fetch_add(</a:t>
            </a:r>
            <a:pPr indent="0" marL="0">
              <a:buNone/>
            </a:pPr>
            <a:r>
              <a:rPr lang="en-US" sz="11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Ordering::Relaxed);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입장 메시지 브로드캐스트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tx.send(</a:t>
            </a:r>
            <a:pPr indent="0" marL="0">
              <a:buNone/>
            </a:pPr>
            <a:r>
              <a:rPr lang="en-US" sz="11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from: </a:t>
            </a:r>
            <a:pPr indent="0" marL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"SERVER"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.into(), addr, body: join_msg, ... });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760720" y="1371600"/>
            <a:ext cx="411480" cy="411480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63640" y="1353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소켓 분리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63640" y="16276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into_split() 으로 reader/writer 분리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60720" y="2148840"/>
            <a:ext cx="411480" cy="411480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2148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63640" y="21305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닉네임 수신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63640" y="24048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BufReader.read_line() 으로 첫 줄 읽기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60720" y="2926080"/>
            <a:ext cx="411480" cy="411480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29077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맵에 등록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31821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RwLock 쓰기 락으로 HashMap insert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760720" y="3703320"/>
            <a:ext cx="411480" cy="411480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3685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입장 알림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9593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채널로 SERVER 메시지 발송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멀티 채팅 서버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HANDLER · WRITE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 핸들러 ② 송신 태스크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03520" cy="32918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3291840"/>
          </a:xfrm>
          <a:prstGeom prst="rect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463040"/>
            <a:ext cx="504748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write_task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tokio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::spawn(</a:t>
            </a:r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</a:t>
            </a:r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rx.recv().await {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1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(msg)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11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본인이 보낸 메시지는 echo 제외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msg.addr == addr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</a:t>
            </a:r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format!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"[{}] {}: {}\n"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ts, from, body);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writer.write_all(line.as_bytes()).await.is_err()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</a:t>
            </a:r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1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RecvError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::Lagged(n))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11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eprintln!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"⚠ {addr} lagged {n} msgs"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1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(_)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 </a:t>
            </a:r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0" y="1417320"/>
            <a:ext cx="2788920" cy="914400"/>
          </a:xfrm>
          <a:prstGeom prst="rect">
            <a:avLst/>
          </a:prstGeom>
          <a:solidFill>
            <a:srgbClr val="1F1F2E"/>
          </a:solidFill>
          <a:ln w="12700">
            <a:solidFill>
              <a:srgbClr val="1F1F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1417320"/>
            <a:ext cx="54864" cy="914400"/>
          </a:xfrm>
          <a:prstGeom prst="rect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15087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7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필터링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80760" y="17830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msg.addr == addr 이면 continue 로 자기 자신 제외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0" y="2468880"/>
            <a:ext cx="2788920" cy="914400"/>
          </a:xfrm>
          <a:prstGeom prst="rect">
            <a:avLst/>
          </a:prstGeom>
          <a:solidFill>
            <a:srgbClr val="1F1F2E"/>
          </a:solidFill>
          <a:ln w="12700">
            <a:solidFill>
              <a:srgbClr val="1F1F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2468880"/>
            <a:ext cx="54864" cy="914400"/>
          </a:xfrm>
          <a:prstGeom prst="rect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2560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7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Lagged 처리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80760" y="28346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수신이 너무 늦어 채널 버퍼를 놓친 경우 경고만 남기고 계속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0" y="3520440"/>
            <a:ext cx="2788920" cy="914400"/>
          </a:xfrm>
          <a:prstGeom prst="rect">
            <a:avLst/>
          </a:prstGeom>
          <a:solidFill>
            <a:srgbClr val="1F1F2E"/>
          </a:solidFill>
          <a:ln w="12700">
            <a:solidFill>
              <a:srgbClr val="1F1F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3520440"/>
            <a:ext cx="54864" cy="914400"/>
          </a:xfrm>
          <a:prstGeom prst="rect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36118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7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 시 종료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80760" y="38862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 에러 또는 채널 종료 시 break 로 태스크 정리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멀티 채팅 서버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HANDLER · READ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 핸들러 ③ 수신 루프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303520" cy="329184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3291840"/>
          </a:xfrm>
          <a:prstGeom prst="rect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463040"/>
            <a:ext cx="504748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</a:t>
            </a:r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1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::new();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line.clear();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buf_reader.read_line(&amp;</a:t>
            </a:r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line).await {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pPr indent="0" marL="0">
              <a:buNone/>
            </a:pPr>
            <a:r>
              <a:rPr lang="en-US" sz="11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 </a:t>
            </a:r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연결 종료(EOF)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(_)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line.trim().to_string();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body.is_empty() { </a:t>
            </a:r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msg_count.fetch_add(</a:t>
            </a:r>
            <a:pPr indent="0" marL="0">
              <a:buNone/>
            </a:pPr>
            <a:r>
              <a:rPr lang="en-US" sz="11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Ordering::Relaxed);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tx.send(</a:t>
            </a:r>
            <a:pPr indent="0" marL="0">
              <a:buNone/>
            </a:pPr>
            <a:r>
              <a:rPr lang="en-US" sz="11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from: nick.clone(),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addr, body, timestamp: </a:t>
            </a:r>
            <a:pPr indent="0" marL="0">
              <a:buNone/>
            </a:pPr>
            <a:r>
              <a:rPr lang="en-US" sz="11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(e)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 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</a:t>
            </a:r>
            <a:pPr indent="0" marL="0">
              <a:buNone/>
            </a:pPr>
            <a:r>
              <a:rPr lang="en-US" sz="11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eprintln!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(...); </a:t>
            </a:r>
            <a:pPr indent="0" marL="0">
              <a:buNone/>
            </a:pPr>
            <a:r>
              <a:rPr lang="en-US" sz="11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}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371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흐름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0" y="1783080"/>
            <a:ext cx="283464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837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09360" y="18288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소켓 read_line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2286000"/>
            <a:ext cx="283464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9320" y="2340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23317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공백 제거 · 빈 줄 무시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2788920"/>
            <a:ext cx="283464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2843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28346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 카운터 증가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0" y="3291840"/>
            <a:ext cx="283464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33467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33375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tx.send()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3794760"/>
            <a:ext cx="2834640" cy="38404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3849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38404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모든 write_task 가 수신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멀티 채팅 서버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HANDLER · LEAVE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 핸들러 ④ 퇴장 처리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120640" cy="3200400"/>
          </a:xfrm>
          <a:prstGeom prst="rect">
            <a:avLst/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3200400"/>
          </a:xfrm>
          <a:prstGeom prst="rect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463040"/>
            <a:ext cx="486460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수신 루프가 break 되면 정리 절차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write_task.abort();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</a:t>
            </a:r>
            <a:pPr indent="0" marL="0">
              <a:buNone/>
            </a:pPr>
            <a:r>
              <a:rPr lang="en-US" sz="12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 </a:t>
            </a:r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 </a:t>
            </a:r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clients.write().await;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map.remove(&amp;addr);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</a:t>
            </a:r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</a:t>
            </a:r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connected.fetch_sub(</a:t>
            </a:r>
            <a:pPr indent="0" marL="0">
              <a:buNone/>
            </a:pPr>
            <a:r>
              <a:rPr lang="en-US" sz="12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Ordering::Relaxed) - </a:t>
            </a:r>
            <a:pPr indent="0" marL="0">
              <a:buNone/>
            </a:pPr>
            <a:r>
              <a:rPr lang="en-US" sz="12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</a:t>
            </a:r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leave_msg </a:t>
            </a:r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pPr indent="0" marL="0">
              <a:buNone/>
            </a:pPr>
            <a:r>
              <a:rPr lang="en-US" sz="12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format!</a:t>
            </a:r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"[{nick}] 퇴장 (현재 {}명)"</a:t>
            </a:r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count);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tx.send(</a:t>
            </a:r>
            <a:pPr indent="0" marL="0">
              <a:buNone/>
            </a:pPr>
            <a:r>
              <a:rPr lang="en-US" sz="120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from: </a:t>
            </a:r>
            <a:pPr indent="0" marL="0">
              <a:buNone/>
            </a:pP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"SERVER"</a:t>
            </a:r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.into(),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addr, body: leave_msg, timestamp: </a:t>
            </a:r>
            <a:pPr indent="0" marL="0">
              <a:buNone/>
            </a:pPr>
            <a:r>
              <a:rPr lang="en-US" sz="120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60720" y="1371600"/>
            <a:ext cx="29718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0" y="1371600"/>
            <a:ext cx="54864" cy="713232"/>
          </a:xfrm>
          <a:prstGeom prst="rect">
            <a:avLst/>
          </a:prstGeom>
          <a:solidFill>
            <a:srgbClr val="029191"/>
          </a:solidFill>
          <a:ln w="12700">
            <a:solidFill>
              <a:srgbClr val="0291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97880" y="14447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write_task.abort()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97880" y="173736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수신 태스크 즉시 종료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760720" y="2194560"/>
            <a:ext cx="29718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0" y="2194560"/>
            <a:ext cx="54864" cy="713232"/>
          </a:xfrm>
          <a:prstGeom prst="rect">
            <a:avLst/>
          </a:prstGeom>
          <a:solidFill>
            <a:srgbClr val="029191"/>
          </a:solidFill>
          <a:ln w="12700">
            <a:solidFill>
              <a:srgbClr val="02919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22677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clients.remove(addr)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97880" y="2560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RwLock 쓰기 락으로 맵에서 제거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60720" y="3017520"/>
            <a:ext cx="29718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0" y="3017520"/>
            <a:ext cx="54864" cy="713232"/>
          </a:xfrm>
          <a:prstGeom prst="rect">
            <a:avLst/>
          </a:prstGeom>
          <a:solidFill>
            <a:srgbClr val="029191"/>
          </a:solidFill>
          <a:ln w="12700">
            <a:solidFill>
              <a:srgbClr val="0291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0906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fetch_sub(1)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97880" y="338328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원자적 접속자 카운터 감소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760720" y="3840480"/>
            <a:ext cx="29718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0" y="3840480"/>
            <a:ext cx="54864" cy="713232"/>
          </a:xfrm>
          <a:prstGeom prst="rect">
            <a:avLst/>
          </a:prstGeom>
          <a:solidFill>
            <a:srgbClr val="029191"/>
          </a:solidFill>
          <a:ln w="12700">
            <a:solidFill>
              <a:srgbClr val="02919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391363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퇴장 broadcast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97880" y="420624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모든 클라이언트에게 알림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멀티 채팅 서버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CONCURRENCY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동시성 패턴 정리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060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606040" cy="54864"/>
          </a:xfrm>
          <a:prstGeom prst="rect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36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Arc&lt;T&gt;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Reference Counted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비동기 태스크가 같은 채널 송신부와 클라이언트 맵을 공유. clone() 비용은 카운터 증가뿐.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060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371600"/>
            <a:ext cx="2606040" cy="54864"/>
          </a:xfrm>
          <a:prstGeom prst="rect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536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RwLock&lt;HashMap&gt;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1874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 읽기 / 단독 쓰기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29000" y="214884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접속자 조회는 동시 다발적으로 가능, 입장·퇴장 시에만 짧게 쓰기 락. 락 스코프를 최소화.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060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371600"/>
            <a:ext cx="2606040" cy="54864"/>
          </a:xfrm>
          <a:prstGeom prst="rect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5361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broadcast::channel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1874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다대다 메시지 채널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17920" y="214884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송신부 tx와 N개의 rx 가 1:N 으로 메시지 fan-out. 버퍼 용량 10,000 으로 lag 흡수.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26060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63240"/>
            <a:ext cx="2606040" cy="54864"/>
          </a:xfrm>
          <a:prstGeom prst="rect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2278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tokio::spawn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5661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 비동기 태스크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384048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연결마다 핸들러 태스크 + 송신 태스크 2개 스폰. OS 스레드보다 훨씬 가벼워 수천 동시연결 처리.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46120" y="3063240"/>
            <a:ext cx="26060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3063240"/>
            <a:ext cx="2606040" cy="54864"/>
          </a:xfrm>
          <a:prstGeom prst="rect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32278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AtomicUsize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29000" y="35661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락 없는 카운터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429000" y="384048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접속자 수, 메시지 수를 fetch_add / fetch_sub 로 안전하게 증감. Relaxed ordering 사용.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3063240"/>
            <a:ext cx="26060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3063240"/>
            <a:ext cx="2606040" cy="54864"/>
          </a:xfrm>
          <a:prstGeom prst="rect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32278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into_split()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17920" y="35661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E4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읽기/쓰기 소켓 분리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17920" y="384048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TcpStream을 reader / writer로 나눠 수신 루프와 송신 태스크가 동시에 동작 가능.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멀티 채팅 서버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40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E77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정리하며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2066544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+ Tokio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17320" y="239572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비동기 런타임으로 수많은 연결을 단일 스레드 풀에서 처리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880360"/>
            <a:ext cx="457200" cy="457200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843784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채널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17320" y="317296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메시지를 N명에게 동시에 fan-out 하는 핵심 메커니즘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457200" cy="457200"/>
          </a:xfrm>
          <a:prstGeom prst="ellipse">
            <a:avLst/>
          </a:prstGeom>
          <a:solidFill>
            <a:srgbClr val="CE422B"/>
          </a:solidFill>
          <a:ln w="12700">
            <a:solidFill>
              <a:srgbClr val="CE42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3621024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· RwLock · Atomic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17320" y="3950208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 상태를 안전하면서도 락 경합을 최소화하며 운용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526280"/>
            <a:ext cx="1097280" cy="0"/>
          </a:xfrm>
          <a:prstGeom prst="line">
            <a:avLst/>
          </a:prstGeom>
          <a:noFill/>
          <a:ln w="38100">
            <a:solidFill>
              <a:srgbClr val="CE42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617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 · Q &amp; 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Rust 멀티 채팅 서버</dc:title>
  <dc:subject>PptxGenJS Presentation</dc:subject>
  <dc:creator>전영환</dc:creator>
  <cp:lastModifiedBy>전영환</cp:lastModifiedBy>
  <cp:revision>1</cp:revision>
  <dcterms:created xsi:type="dcterms:W3CDTF">2026-05-06T14:55:14Z</dcterms:created>
  <dcterms:modified xsi:type="dcterms:W3CDTF">2026-05-06T14:55:14Z</dcterms:modified>
</cp:coreProperties>
</file>